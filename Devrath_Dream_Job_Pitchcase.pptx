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Dream Job Pitchcase – Analytics Lead /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Devrath</a:t>
            </a:r>
            <a:r>
              <a:rPr lang="en-US" sz="2000" dirty="0"/>
              <a:t> Mahato</a:t>
            </a:r>
            <a:endParaRPr sz="2000" dirty="0"/>
          </a:p>
          <a:p>
            <a:r>
              <a:rPr sz="2000" dirty="0"/>
              <a:t>Finance IT &amp; Analytics Professional</a:t>
            </a:r>
          </a:p>
          <a:p>
            <a:endParaRPr sz="2000" dirty="0"/>
          </a:p>
          <a:p>
            <a:r>
              <a:rPr sz="2000" dirty="0"/>
              <a:t>✔  Strong expertise in SQL, Qlik, Tableau &amp; SAP Data Validation</a:t>
            </a:r>
          </a:p>
          <a:p>
            <a:r>
              <a:rPr sz="2000" dirty="0"/>
              <a:t>✔  Experience in Redshift &amp; Data Extraction processes</a:t>
            </a:r>
          </a:p>
          <a:p>
            <a:r>
              <a:rPr sz="2000" dirty="0"/>
              <a:t>✔  Handling production support, reconciliation &amp; client escalations</a:t>
            </a:r>
          </a:p>
          <a:p>
            <a:r>
              <a:rPr sz="2000" dirty="0"/>
              <a:t>✔  Cross-functional coordination with Data &amp; Platform teams</a:t>
            </a:r>
          </a:p>
          <a:p>
            <a:endParaRPr sz="2000" dirty="0"/>
          </a:p>
          <a:p>
            <a:r>
              <a:rPr sz="2000" dirty="0"/>
              <a:t>Positioning: Moving from Execution to Ownership &amp; Leadership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Value I Bring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Business Impact:</a:t>
            </a:r>
          </a:p>
          <a:p>
            <a:r>
              <a:rPr sz="2000" dirty="0"/>
              <a:t>• Improved reporting accuracy through structured validation</a:t>
            </a:r>
          </a:p>
          <a:p>
            <a:r>
              <a:rPr sz="2000" dirty="0"/>
              <a:t>• Ensured data reconciliation between SAP &amp; BI layers</a:t>
            </a:r>
          </a:p>
          <a:p>
            <a:r>
              <a:rPr sz="2000" dirty="0"/>
              <a:t>• Reduced manual efforts via optimized extraction processes</a:t>
            </a:r>
          </a:p>
          <a:p>
            <a:endParaRPr sz="2000" dirty="0"/>
          </a:p>
          <a:p>
            <a:r>
              <a:rPr sz="2000" dirty="0"/>
              <a:t>Leadership &amp; Delivery:</a:t>
            </a:r>
          </a:p>
          <a:p>
            <a:r>
              <a:rPr sz="2000" dirty="0"/>
              <a:t>• Independently handling stakeholder communication</a:t>
            </a:r>
          </a:p>
          <a:p>
            <a:r>
              <a:rPr sz="2000" dirty="0"/>
              <a:t>• Managing incident resolution &amp; escalation handling</a:t>
            </a:r>
          </a:p>
          <a:p>
            <a:r>
              <a:rPr sz="2000" dirty="0"/>
              <a:t>• Supporting end-to-end reporting lifecycle</a:t>
            </a:r>
          </a:p>
          <a:p>
            <a:endParaRPr sz="2000" dirty="0"/>
          </a:p>
          <a:p>
            <a:r>
              <a:rPr sz="2000" dirty="0"/>
              <a:t>Strength: Technical depth + Business understanding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 &amp; 3–5 Year Growth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Short-Term (1–2 Years):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sz="2000" dirty="0"/>
              <a:t>• Lead analytics modules independently</a:t>
            </a:r>
            <a:r>
              <a:rPr lang="en-US" sz="2000" dirty="0"/>
              <a:t>   </a:t>
            </a:r>
            <a:endParaRPr sz="2000" dirty="0"/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sz="2000" dirty="0"/>
              <a:t>• Mentor junior team members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sz="2000" dirty="0"/>
              <a:t>• Drive automation initiatives</a:t>
            </a:r>
          </a:p>
          <a:p>
            <a:endParaRPr sz="2000" dirty="0"/>
          </a:p>
          <a:p>
            <a:r>
              <a:rPr sz="2000" dirty="0"/>
              <a:t>Mid-Term (3–5 Years):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sz="2000" dirty="0"/>
              <a:t>• Transition into Analytics Lead / Manager role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sz="2000" dirty="0"/>
              <a:t>• Own delivery &amp; stakeholder strategy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sz="2000" dirty="0"/>
              <a:t>• Improve process efficiency &amp; governance</a:t>
            </a:r>
          </a:p>
          <a:p>
            <a:endParaRPr sz="2000" dirty="0"/>
          </a:p>
          <a:p>
            <a:pPr marL="0" indent="0">
              <a:buNone/>
            </a:pPr>
            <a:r>
              <a:rPr lang="en-US" sz="2000" dirty="0"/>
              <a:t>      </a:t>
            </a:r>
            <a:r>
              <a:rPr sz="2000" dirty="0"/>
              <a:t>Target: Leadership-driven Analytics Role (25+ LPA, India)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On-screen Show (4:3)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Dream Job Pitchcase – Analytics Lead / Manager</vt:lpstr>
      <vt:lpstr>What Value I Bring</vt:lpstr>
      <vt:lpstr>Vision &amp; 3–5 Year Growth Plan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Mahato, Devrath</cp:lastModifiedBy>
  <cp:revision>2</cp:revision>
  <dcterms:created xsi:type="dcterms:W3CDTF">2013-01-27T09:14:16Z</dcterms:created>
  <dcterms:modified xsi:type="dcterms:W3CDTF">2026-02-25T13:01:41Z</dcterms:modified>
  <cp:category/>
</cp:coreProperties>
</file>